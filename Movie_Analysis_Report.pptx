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1A2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61A24"/>
                </a:solidFill>
                <a:latin typeface="Calibri"/>
              </a:rPr>
              <a:t>Titles per vote-average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A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Not popular</c:v>
                  </c:pt>
                  <c:pt idx="1">
                    <c:v>Below average</c:v>
                  </c:pt>
                  <c:pt idx="2">
                    <c:v>Average</c:v>
                  </c:pt>
                  <c:pt idx="3">
                    <c:v>Popular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2467</c:v>
                </c:pt>
                <c:pt idx="1">
                  <c:v>2398</c:v>
                </c:pt>
                <c:pt idx="2">
                  <c:v>2411</c:v>
                </c:pt>
                <c:pt idx="3">
                  <c:v>2450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A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15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15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DATA ANALYSIS  ·  PYTHON, PANDAS, SEABORN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Dataset Analysis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Genres, ratings and popularity across roughly 9,800 titles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mymoviedb.csv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766560" y="1097280"/>
            <a:ext cx="1828800" cy="18288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9.8K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analysed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movie catalog is hard to read at a glance. The analysis asks three questions about the data: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42316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appear most often in the catalog?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21488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42316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5204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vote averages spread across the titles?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5204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movies are the most and least popular, and what genres do they belong to?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9,837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rows in the raw CSV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90495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73375" y="1463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773375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including title, genre and votes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23790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06670" y="1463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9,826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906670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left after dropping incomplete rows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7086" y="12801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39966" y="1463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039966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categories after splitting multi-genre titles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fields are Title, Release_Date, Popularity, Vote_Count, Vote_Average and Genre. Each row is one movie, and genres are stored as comma-separated text in a single column.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CSV with pandas and checked the first rows.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898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1463040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0050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 types, missing values and duplicates.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63040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unused columns and rows with missing values.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Vote_Average into four quartile groups.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6898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1860" y="3108960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18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0050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45186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genre lists into one row per genre.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8076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108960"/>
            <a:ext cx="411480" cy="41148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genre and rating counts and checked extremes.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Surfaced Real Issues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2344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11 rows had gaps in key fields and were dropped.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214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data types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12140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Vote_Count, Vote_Average and Release_Date were stored as text and had to be converted.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0837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Unused columns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00837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Original_Language and Poster_Url were removed.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953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Multi-genre titles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89534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genres grew 9,826 movies into 25,551 rows, one per genre tag.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Drama Is the Most Common Genre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3,715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entries, the most frequent genre in the 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33756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 genre categories include Action, Adventure, Animation, Comedy, Crime, Documentary, Drama, Horror, Romance, Science Fiction, Thriller and Western.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 counts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tally genre tags, not unique films.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title tagged Action, Adventure and Science Fiction is counted once in each genre.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totals show how often a genre appears, not how many films are in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Vote Averages Are Split Almost Evenly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2120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28016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7220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this carefully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2011680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holds 2,398 to 2,467 titles. That is expected, because the groups were built from quartiles, so near-equal counts are built in. The chart shows where the cut-offs fall, not the true quality of the films.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Is Heavily Skewed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popularity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popularity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371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5,084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popularity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17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sits far above the median. Half of all titles score below 21, and the middle 50% fall between about 16 and 35. A small group of blockbusters reaches the thousands, which pulls the average up.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deviation is 108.9, which confirms how wide the spread is.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and Least Popular Titles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161A24"/>
          </a:solidFill>
          <a:ln w="12700">
            <a:solidFill>
              <a:srgbClr val="161A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Spider-Man: No Way Home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5,083.95 popularity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8,940 votes and an average rating of 8.3. Genres: Action, Adventure and Science Fiction.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POPULAR (AFTER CLEANING)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 and The United States vs. Billie Holiday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13.35 popularity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3200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score 13.35 in the cleaned data. Threads has 186 votes and the Billie Holiday film has 152. The raw minimum before cleaning was 7.1.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4150"/>
                </a:solidFill>
              </a:rPr>
              <a:t>Release year is broken. Every row shows 1970 in the saved output, so the release-date chart is not valid.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4150"/>
                </a:solidFill>
              </a:rPr>
              <a:t>Genre counts are tags, not unique films.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4150"/>
                </a:solidFill>
              </a:rPr>
              <a:t>Rating groups are quartiles by design.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09160" y="123444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234440"/>
            <a:ext cx="39776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0116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4150"/>
                </a:solidFill>
              </a:rPr>
              <a:t>Fix year parsing with pd.to_datetime(errors="coerce").dt.year and re-run.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4150"/>
                </a:solidFill>
              </a:rPr>
              <a:t>Count unique titles per genre.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4150"/>
                </a:solidFill>
              </a:rPr>
              <a:t>Compare average rating and popularity by genre.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4150"/>
                </a:solidFill>
              </a:rPr>
              <a:t>Check how popularity relates to vote count.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dominates the genre tags, with 3,715 entries.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317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balanced by design, so the groups show cut-offs, not quality.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D7263D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91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is skewed: Spider-Man: No Way Home (5,084) sits far above the typical title (median 21).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release-year step before drawing any time-based conclusions.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ema Analysis">
  <a:themeElements>
    <a:clrScheme name="Cinema Analysis">
      <a:dk1>
        <a:srgbClr val="161A24"/>
      </a:dk1>
      <a:lt1>
        <a:srgbClr val="FFFFFF"/>
      </a:lt1>
      <a:dk2>
        <a:srgbClr val="3A4150"/>
      </a:dk2>
      <a:lt2>
        <a:srgbClr val="F4F6F9"/>
      </a:lt2>
      <a:accent1>
        <a:srgbClr val="D7263D"/>
      </a:accent1>
      <a:accent2>
        <a:srgbClr val="F4B942"/>
      </a:accent2>
      <a:accent3>
        <a:srgbClr val="3A4150"/>
      </a:accent3>
      <a:accent4>
        <a:srgbClr val="6B7385"/>
      </a:accent4>
      <a:accent5>
        <a:srgbClr val="2A9D8F"/>
      </a:accent5>
      <a:accent6>
        <a:srgbClr val="8A93A6"/>
      </a:accent6>
      <a:hlink>
        <a:srgbClr val="D7263D"/>
      </a:hlink>
      <a:folHlink>
        <a:srgbClr val="6B7385"/>
      </a:folHlink>
    </a:clrScheme>
    <a:fontScheme name="Cinema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Dataset Analysis</dc:title>
  <dc:subject>PptxGenJS Presentation</dc:subject>
  <dc:creator>PptxGenJS</dc:creator>
  <cp:lastModifiedBy>PptxGenJS</cp:lastModifiedBy>
  <cp:revision>1</cp:revision>
  <dcterms:created xsi:type="dcterms:W3CDTF">2026-10-28T11:19:36Z</dcterms:created>
  <dcterms:modified xsi:type="dcterms:W3CDTF">2026-10-28T11:19:36Z</dcterms:modified>
</cp:coreProperties>
</file>